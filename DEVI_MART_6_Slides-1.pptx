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i devi" userId="0bba5c8f1e0b2a90" providerId="LiveId" clId="{CE1ED22B-B4FD-4280-8816-0E37C701E8BC}"/>
    <pc:docChg chg="modSld">
      <pc:chgData name="devi devi" userId="0bba5c8f1e0b2a90" providerId="LiveId" clId="{CE1ED22B-B4FD-4280-8816-0E37C701E8BC}" dt="2026-09-01T12:43:59.282" v="1" actId="20577"/>
      <pc:docMkLst>
        <pc:docMk/>
      </pc:docMkLst>
      <pc:sldChg chg="modSp mod">
        <pc:chgData name="devi devi" userId="0bba5c8f1e0b2a90" providerId="LiveId" clId="{CE1ED22B-B4FD-4280-8816-0E37C701E8BC}" dt="2026-09-01T12:43:59.282" v="1" actId="20577"/>
        <pc:sldMkLst>
          <pc:docMk/>
          <pc:sldMk cId="0" sldId="256"/>
        </pc:sldMkLst>
        <pc:spChg chg="mod">
          <ac:chgData name="devi devi" userId="0bba5c8f1e0b2a90" providerId="LiveId" clId="{CE1ED22B-B4FD-4280-8816-0E37C701E8BC}" dt="2026-09-01T12:43:59.282" v="1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640080"/>
            <a:ext cx="1188720" cy="1188720"/>
          </a:xfrm>
          <a:prstGeom prst="ellipse">
            <a:avLst/>
          </a:prstGeom>
          <a:solidFill>
            <a:srgbClr val="E8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1828800"/>
            <a:ext cx="640080" cy="640080"/>
          </a:xfrm>
          <a:prstGeom prst="ellipse">
            <a:avLst/>
          </a:prstGeom>
          <a:solidFill>
            <a:srgbClr val="E8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418320" y="5120640"/>
            <a:ext cx="914400" cy="914400"/>
          </a:xfrm>
          <a:prstGeom prst="ellipse">
            <a:avLst/>
          </a:prstGeom>
          <a:solidFill>
            <a:srgbClr val="E8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83E85"/>
                </a:solidFill>
              </a:defRPr>
            </a:pPr>
            <a:r>
              <a:t>DEVI MART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46908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D232D"/>
                </a:solidFill>
              </a:defRPr>
            </a:pPr>
            <a:r>
              <a:rPr dirty="0"/>
              <a:t>One Mart. Everything Y</a:t>
            </a:r>
            <a:r>
              <a:rPr lang="en-US" dirty="0"/>
              <a:t>o</a:t>
            </a:r>
            <a:r>
              <a:rPr dirty="0"/>
              <a:t>u Need. 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95F69"/>
                </a:solidFill>
              </a:defRPr>
            </a:pPr>
            <a:r>
              <a:t>A modern online shopping website bringing multiple product categories together in one simple and attractive platform.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5F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D232D"/>
                </a:solidFill>
              </a:defRPr>
            </a:pPr>
            <a:r>
              <a:t>About DEVI MART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5F69"/>
                </a:solidFill>
              </a:defRPr>
            </a:pPr>
            <a:r>
              <a:t>A simple and user-friendly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3474720"/>
          </a:xfrm>
          <a:prstGeom prst="roundRect">
            <a:avLst/>
          </a:prstGeom>
          <a:solidFill>
            <a:srgbClr val="FFEBF5"/>
          </a:solidFill>
          <a:ln>
            <a:solidFill>
              <a:srgbClr val="F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4846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3E85"/>
                </a:solidFill>
              </a:defRPr>
            </a:pPr>
            <a:r>
              <a:t>What is DEVI MART?</a:t>
            </a:r>
          </a:p>
          <a:p>
            <a:pPr>
              <a:defRPr sz="1300">
                <a:solidFill>
                  <a:srgbClr val="2D232D"/>
                </a:solidFill>
              </a:defRPr>
            </a:pPr>
            <a:r>
              <a:t>DEVI MART is an online shopping website designed to provide different products in one convenient platform.</a:t>
            </a:r>
            <a:br/>
            <a:br/>
            <a:r>
              <a:t>It focuses on clean design, easy navigation and a smooth browsing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3474720"/>
          </a:xfrm>
          <a:prstGeom prst="roundRect">
            <a:avLst/>
          </a:prstGeom>
          <a:solidFill>
            <a:srgbClr val="FFEBF5"/>
          </a:solidFill>
          <a:ln>
            <a:solidFill>
              <a:srgbClr val="F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19072"/>
            <a:ext cx="4846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3E85"/>
                </a:solidFill>
              </a:defRPr>
            </a:pPr>
            <a:r>
              <a:t>Our Vision</a:t>
            </a:r>
          </a:p>
          <a:p>
            <a:pPr>
              <a:defRPr sz="1300">
                <a:solidFill>
                  <a:srgbClr val="2D232D"/>
                </a:solidFill>
              </a:defRPr>
            </a:pPr>
            <a:r>
              <a:t>To create a modern shopping experience where users can easily discover products across different categories without unnecessary complexity.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5F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D232D"/>
                </a:solidFill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5F69"/>
                </a:solidFill>
              </a:defRPr>
            </a:pPr>
            <a:r>
              <a:t>The main goals of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1737360"/>
          </a:xfrm>
          <a:prstGeom prst="roundRect">
            <a:avLst/>
          </a:prstGeom>
          <a:solidFill>
            <a:srgbClr val="FFEBF5"/>
          </a:solidFill>
          <a:ln>
            <a:solidFill>
              <a:srgbClr val="F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484632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3E85"/>
                </a:solidFill>
              </a:defRPr>
            </a:pPr>
            <a:r>
              <a:t>Easy Shopping</a:t>
            </a:r>
          </a:p>
          <a:p>
            <a:pPr>
              <a:defRPr sz="1300">
                <a:solidFill>
                  <a:srgbClr val="2D232D"/>
                </a:solidFill>
              </a:defRPr>
            </a:pPr>
            <a:r>
              <a:t>Create a simple and attractive interface for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508760"/>
            <a:ext cx="5212080" cy="1737360"/>
          </a:xfrm>
          <a:prstGeom prst="roundRect">
            <a:avLst/>
          </a:prstGeom>
          <a:solidFill>
            <a:srgbClr val="FFEBF5"/>
          </a:solidFill>
          <a:ln>
            <a:solidFill>
              <a:srgbClr val="F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73351"/>
            <a:ext cx="484632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3E85"/>
                </a:solidFill>
              </a:defRPr>
            </a:pPr>
            <a:r>
              <a:t>Category Organization</a:t>
            </a:r>
          </a:p>
          <a:p>
            <a:pPr>
              <a:defRPr sz="1300">
                <a:solidFill>
                  <a:srgbClr val="2D232D"/>
                </a:solidFill>
              </a:defRPr>
            </a:pPr>
            <a:r>
              <a:t>Group products clearly for quick discovery.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212080" cy="1737360"/>
          </a:xfrm>
          <a:prstGeom prst="roundRect">
            <a:avLst/>
          </a:prstGeom>
          <a:solidFill>
            <a:srgbClr val="FFEBF5"/>
          </a:solidFill>
          <a:ln>
            <a:solidFill>
              <a:srgbClr val="F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1"/>
            <a:ext cx="484632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3E85"/>
                </a:solidFill>
              </a:defRPr>
            </a:pPr>
            <a:r>
              <a:t>Responsive Design</a:t>
            </a:r>
          </a:p>
          <a:p>
            <a:pPr>
              <a:defRPr sz="1300">
                <a:solidFill>
                  <a:srgbClr val="2D232D"/>
                </a:solidFill>
              </a:defRPr>
            </a:pPr>
            <a:r>
              <a:t>Make the website suitable for desktop and mobile screens.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3657600"/>
            <a:ext cx="5212080" cy="1737360"/>
          </a:xfrm>
          <a:prstGeom prst="roundRect">
            <a:avLst/>
          </a:prstGeom>
          <a:solidFill>
            <a:srgbClr val="FFEBF5"/>
          </a:solidFill>
          <a:ln>
            <a:solidFill>
              <a:srgbClr val="F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3822191"/>
            <a:ext cx="484632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3E85"/>
                </a:solidFill>
              </a:defRPr>
            </a:pPr>
            <a:r>
              <a:t>Practical Learning</a:t>
            </a:r>
          </a:p>
          <a:p>
            <a:pPr>
              <a:defRPr sz="1300">
                <a:solidFill>
                  <a:srgbClr val="2D232D"/>
                </a:solidFill>
              </a:defRPr>
            </a:pPr>
            <a:r>
              <a:t>Apply HTML, CSS and JavaScript in a real-world project.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5F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D232D"/>
                </a:solidFill>
              </a:defRPr>
            </a:pPr>
            <a:r>
              <a:t>Product Categories &amp;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5F69"/>
                </a:solidFill>
              </a:defRPr>
            </a:pPr>
            <a:r>
              <a:t>Everything customers need in one place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606040" cy="2057400"/>
          </a:xfrm>
          <a:prstGeom prst="roundRect">
            <a:avLst/>
          </a:prstGeom>
          <a:solidFill>
            <a:srgbClr val="FFEBF5"/>
          </a:solidFill>
          <a:ln>
            <a:solidFill>
              <a:srgbClr val="F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73351"/>
            <a:ext cx="224028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3E85"/>
                </a:solidFill>
              </a:defRPr>
            </a:pPr>
            <a:r>
              <a:t>⚡ Electronics</a:t>
            </a:r>
          </a:p>
          <a:p>
            <a:pPr>
              <a:defRPr sz="1300">
                <a:solidFill>
                  <a:srgbClr val="2D232D"/>
                </a:solidFill>
              </a:defRPr>
            </a:pPr>
            <a:r>
              <a:t>Gadgets and accessories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08760"/>
            <a:ext cx="2606040" cy="2057400"/>
          </a:xfrm>
          <a:prstGeom prst="roundRect">
            <a:avLst/>
          </a:prstGeom>
          <a:solidFill>
            <a:srgbClr val="FFEBF5"/>
          </a:solidFill>
          <a:ln>
            <a:solidFill>
              <a:srgbClr val="F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673351"/>
            <a:ext cx="224028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3E85"/>
                </a:solidFill>
              </a:defRPr>
            </a:pPr>
            <a:r>
              <a:t>👗 Fashion</a:t>
            </a:r>
          </a:p>
          <a:p>
            <a:pPr>
              <a:defRPr sz="1300">
                <a:solidFill>
                  <a:srgbClr val="2D232D"/>
                </a:solidFill>
              </a:defRPr>
            </a:pPr>
            <a:r>
              <a:t>Clothing and fashion essentials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08760"/>
            <a:ext cx="2606040" cy="2057400"/>
          </a:xfrm>
          <a:prstGeom prst="roundRect">
            <a:avLst/>
          </a:prstGeom>
          <a:solidFill>
            <a:srgbClr val="FFEBF5"/>
          </a:solidFill>
          <a:ln>
            <a:solidFill>
              <a:srgbClr val="F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673351"/>
            <a:ext cx="224028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3E85"/>
                </a:solidFill>
              </a:defRPr>
            </a:pPr>
            <a:r>
              <a:t>💄 Beauty</a:t>
            </a:r>
          </a:p>
          <a:p>
            <a:pPr>
              <a:defRPr sz="1300">
                <a:solidFill>
                  <a:srgbClr val="2D232D"/>
                </a:solidFill>
              </a:defRPr>
            </a:pPr>
            <a:r>
              <a:t>Beauty and personal-care products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508760"/>
            <a:ext cx="2606040" cy="2057400"/>
          </a:xfrm>
          <a:prstGeom prst="roundRect">
            <a:avLst/>
          </a:prstGeom>
          <a:solidFill>
            <a:srgbClr val="FFEBF5"/>
          </a:solidFill>
          <a:ln>
            <a:solidFill>
              <a:srgbClr val="F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19" y="1673351"/>
            <a:ext cx="224028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3E85"/>
                </a:solidFill>
              </a:defRPr>
            </a:pPr>
            <a:r>
              <a:t>🏠 Home &amp; Lifestyle</a:t>
            </a:r>
          </a:p>
          <a:p>
            <a:pPr>
              <a:defRPr sz="1300">
                <a:solidFill>
                  <a:srgbClr val="2D232D"/>
                </a:solidFill>
              </a:defRPr>
            </a:pPr>
            <a:r>
              <a:t>Useful everyday products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77639"/>
            <a:ext cx="3108960" cy="1325880"/>
          </a:xfrm>
          <a:prstGeom prst="roundRect">
            <a:avLst/>
          </a:prstGeom>
          <a:solidFill>
            <a:srgbClr val="FFEBF5"/>
          </a:solidFill>
          <a:ln>
            <a:solidFill>
              <a:srgbClr val="F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142231"/>
            <a:ext cx="27432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3E85"/>
                </a:solidFill>
              </a:defRPr>
            </a:pPr>
            <a:r>
              <a:t>Responsive UI</a:t>
            </a:r>
          </a:p>
          <a:p>
            <a:pPr>
              <a:defRPr sz="1300">
                <a:solidFill>
                  <a:srgbClr val="2D232D"/>
                </a:solidFill>
              </a:defRPr>
            </a:pPr>
            <a:r>
              <a:t>Clean layout across screen sizes.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977639"/>
            <a:ext cx="3108960" cy="1325880"/>
          </a:xfrm>
          <a:prstGeom prst="roundRect">
            <a:avLst/>
          </a:prstGeom>
          <a:solidFill>
            <a:srgbClr val="FFEBF5"/>
          </a:solidFill>
          <a:ln>
            <a:solidFill>
              <a:srgbClr val="F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60" y="4142231"/>
            <a:ext cx="27432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3E85"/>
                </a:solidFill>
              </a:defRPr>
            </a:pPr>
            <a:r>
              <a:t>Product Browsing</a:t>
            </a:r>
          </a:p>
          <a:p>
            <a:pPr>
              <a:defRPr sz="1300">
                <a:solidFill>
                  <a:srgbClr val="2D232D"/>
                </a:solidFill>
              </a:defRPr>
            </a:pPr>
            <a:r>
              <a:t>Easy category and product discovery.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977639"/>
            <a:ext cx="3108960" cy="1325880"/>
          </a:xfrm>
          <a:prstGeom prst="roundRect">
            <a:avLst/>
          </a:prstGeom>
          <a:solidFill>
            <a:srgbClr val="FFEBF5"/>
          </a:solidFill>
          <a:ln>
            <a:solidFill>
              <a:srgbClr val="F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4142231"/>
            <a:ext cx="27432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3E85"/>
                </a:solidFill>
              </a:defRPr>
            </a:pPr>
            <a:r>
              <a:t>Interactive Design</a:t>
            </a:r>
          </a:p>
          <a:p>
            <a:pPr>
              <a:defRPr sz="1300">
                <a:solidFill>
                  <a:srgbClr val="2D232D"/>
                </a:solidFill>
              </a:defRPr>
            </a:pPr>
            <a:r>
              <a:t>JavaScript-based interactions.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5F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D232D"/>
                </a:solidFill>
              </a:defRPr>
            </a:pPr>
            <a:r>
              <a:t>Technologies Used &amp;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5F69"/>
                </a:solidFill>
              </a:defRPr>
            </a:pPr>
            <a:r>
              <a:t>Frontend technologies and simple user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91840" cy="4114800"/>
          </a:xfrm>
          <a:prstGeom prst="roundRect">
            <a:avLst/>
          </a:prstGeom>
          <a:solidFill>
            <a:srgbClr val="FFEBF5"/>
          </a:solidFill>
          <a:ln>
            <a:solidFill>
              <a:srgbClr val="F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81912"/>
            <a:ext cx="29260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3E85"/>
                </a:solidFill>
              </a:defRPr>
            </a:pPr>
            <a:r>
              <a:t>Technologies</a:t>
            </a:r>
          </a:p>
          <a:p>
            <a:pPr>
              <a:defRPr sz="1300">
                <a:solidFill>
                  <a:srgbClr val="2D232D"/>
                </a:solidFill>
              </a:defRPr>
            </a:pPr>
            <a:r>
              <a:t>HTML – Website structure</a:t>
            </a:r>
            <a:br/>
            <a:br/>
            <a:r>
              <a:t>CSS – Styling &amp; responsive layout</a:t>
            </a:r>
            <a:br/>
            <a:br/>
            <a:r>
              <a:t>JavaScript – Interactions</a:t>
            </a:r>
            <a:br/>
            <a:br/>
            <a:r>
              <a:t>Git &amp; GitHub – Version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417320"/>
            <a:ext cx="7269480" cy="4114800"/>
          </a:xfrm>
          <a:prstGeom prst="roundRect">
            <a:avLst/>
          </a:prstGeom>
          <a:solidFill>
            <a:srgbClr val="FFEBF5"/>
          </a:solidFill>
          <a:ln>
            <a:solidFill>
              <a:srgbClr val="F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581912"/>
            <a:ext cx="6903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3E85"/>
                </a:solidFill>
              </a:defRPr>
            </a:pPr>
            <a:r>
              <a:t>User Flow</a:t>
            </a:r>
          </a:p>
          <a:p>
            <a:pPr>
              <a:defRPr sz="1300">
                <a:solidFill>
                  <a:srgbClr val="2D232D"/>
                </a:solidFill>
              </a:defRPr>
            </a:pPr>
            <a:r>
              <a:t>1. Open DEVI MART</a:t>
            </a:r>
            <a:br/>
            <a:br/>
            <a:r>
              <a:t>2. Explore product categories</a:t>
            </a:r>
            <a:br/>
            <a:br/>
            <a:r>
              <a:t>3. Browse product cards</a:t>
            </a:r>
            <a:br/>
            <a:br/>
            <a:r>
              <a:t>4. View and interact with products</a:t>
            </a:r>
            <a:br/>
            <a:br/>
            <a:r>
              <a:t>5. Continue shopping</a:t>
            </a:r>
            <a:br/>
            <a:br/>
            <a:r>
              <a:t>Future: login, cart, database and online 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5F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548640"/>
            <a:ext cx="1051560" cy="1051560"/>
          </a:xfrm>
          <a:prstGeom prst="ellipse">
            <a:avLst/>
          </a:prstGeom>
          <a:solidFill>
            <a:srgbClr val="E8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61320" y="685800"/>
            <a:ext cx="914400" cy="914400"/>
          </a:xfrm>
          <a:prstGeom prst="ellipse">
            <a:avLst/>
          </a:prstGeom>
          <a:solidFill>
            <a:srgbClr val="E8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5257800"/>
            <a:ext cx="731520" cy="731520"/>
          </a:xfrm>
          <a:prstGeom prst="ellipse">
            <a:avLst/>
          </a:prstGeom>
          <a:solidFill>
            <a:srgbClr val="E8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835640" y="5166360"/>
            <a:ext cx="822960" cy="822960"/>
          </a:xfrm>
          <a:prstGeom prst="ellipse">
            <a:avLst/>
          </a:prstGeom>
          <a:solidFill>
            <a:srgbClr val="E8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E83E85"/>
                </a:solidFill>
              </a:defRPr>
            </a:pPr>
            <a:r>
              <a:t>THANK YOU 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298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devi devi</cp:lastModifiedBy>
  <cp:revision>1</cp:revision>
  <dcterms:created xsi:type="dcterms:W3CDTF">2013-01-27T09:14:16Z</dcterms:created>
  <dcterms:modified xsi:type="dcterms:W3CDTF">2026-09-01T12:44:07Z</dcterms:modified>
  <cp:category/>
</cp:coreProperties>
</file>